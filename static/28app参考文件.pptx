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3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8120" cy="63474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120" y="69850"/>
            <a:ext cx="4023360" cy="6355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880" y="54610"/>
            <a:ext cx="3924300" cy="637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_cgi-bin_mmwebwx-bin_webwxgetmsgimg__&amp;MsgID=7951381250849665136&amp;skey=@crypt_8e12412c_89af46444cb60b05da640519439db508&amp;mmweb_appid=wx_webfilehelp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81655" cy="6858000"/>
          </a:xfrm>
          <a:prstGeom prst="rect">
            <a:avLst/>
          </a:prstGeom>
        </p:spPr>
      </p:pic>
      <p:pic>
        <p:nvPicPr>
          <p:cNvPr id="7" name="图片 6" descr="_cgi-bin_mmwebwx-bin_webwxgetmsgimg__&amp;MsgID=6794169277652785442&amp;skey=@crypt_8e12412c_89af46444cb60b05da640519439db508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175" y="0"/>
            <a:ext cx="3081655" cy="6858000"/>
          </a:xfrm>
          <a:prstGeom prst="rect">
            <a:avLst/>
          </a:prstGeom>
        </p:spPr>
      </p:pic>
      <p:pic>
        <p:nvPicPr>
          <p:cNvPr id="8" name="图片 7" descr="_cgi-bin_mmwebwx-bin_webwxgetmsgimg__&amp;MsgID=1731374489299647&amp;skey=@crypt_8e12412c_89af46444cb60b05da640519439db508&amp;mmweb_appid=wx_webfilehel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05" y="0"/>
            <a:ext cx="30816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_cgi-bin_mmwebwx-bin_webwxgetmsgimg__&amp;MsgID=6440316278840744480&amp;skey=@crypt_8e12412c_89af46444cb60b05da640519439db508&amp;mmweb_appid=wx_webfilehelp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81655" cy="6858000"/>
          </a:xfrm>
          <a:prstGeom prst="rect">
            <a:avLst/>
          </a:prstGeom>
        </p:spPr>
      </p:pic>
      <p:pic>
        <p:nvPicPr>
          <p:cNvPr id="5" name="图片 4" descr="_cgi-bin_mmwebwx-bin_webwxgetmsgimg__&amp;MsgID=2897811844498745365&amp;skey=@crypt_8e12412c_89af46444cb60b05da640519439db508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655" y="0"/>
            <a:ext cx="30816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71800" cy="6332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0" y="0"/>
            <a:ext cx="3032760" cy="6339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895" y="0"/>
            <a:ext cx="30099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04160" cy="6240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0"/>
            <a:ext cx="2766060" cy="6210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0"/>
            <a:ext cx="2842260" cy="6149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480"/>
            <a:ext cx="5501640" cy="682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牛牛</cp:lastModifiedBy>
  <cp:revision>7</cp:revision>
  <dcterms:created xsi:type="dcterms:W3CDTF">2023-08-09T12:44:00Z</dcterms:created>
  <dcterms:modified xsi:type="dcterms:W3CDTF">2026-07-25T16:36:07Z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2E2C39D1C7DA4DF6BCCBBB28DEF1F98B_13</vt:lpwstr>
  </property>
</Properties>
</file>